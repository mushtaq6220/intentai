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CARDANO PREPROD TESTNET  |  AI-POWERED FINANCIAL TERMINAL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Natural-Language Transaction Interface for the Cardano Blockchain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IndiaCodex 2026
</a:t>
            </a:r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Track — Built on Cardano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0332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is a natural-language transaction interface built on the Cardano blockchain (Preprod testnet). It allows a user to describe a financial action in plain speech — such as a transfer, a decentralized-exchange swap, or a staking instruction — and have that instruction interpreted, converted into a valid Cardano transaction, and presented for review before signing. The system does not execute any action autonomously: every transaction is built using the Mesh SDK, connected to the user's own wallet through the CIP-30 standard, and requires an explicit user signature before submission to the network. IntentAI addresses a well-documented usability gap in Cardano's decentralized finance ecosystem, where manual transaction construction, token-unit handling, and wallet interfaces create a steep barrier for non-technical users. By combining an AI-based intent parser with Cardano's native transaction-building tools, the project demonstrates a practical, non-custodial approach to making blockchain interaction accessible through conversation rather than manual form-filling.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Usability Gap in Cardano DeFi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transaction construction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1947672"/>
            <a:ext cx="0" cy="68580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901952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transfer, swap, or stake requires the user to correctly select tokens, set amounts, and manage UTXO-level details without abstraction.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358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Fragmented, expert-oriented interfaces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3081528"/>
            <a:ext cx="0" cy="68580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035808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extensions expose raw addresses, fee estimation, and slippage settings, assuming a level of technical familiarity most users do not have.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50792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96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Inaccessible governance participation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4215384"/>
            <a:ext cx="0" cy="68580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4169664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governance under CIP-1694 (Voltaire) exists, but almost no consumer-facing tool allows an ordinary user to vote or delegate without technical steps.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84648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303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adoption despite ecosystem maturity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5349240"/>
            <a:ext cx="0" cy="68580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530352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combined effect of the above is that a large share of Cardano's DeFi and governance capability remains unused by non-technical holders.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IntentAI — System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interface accepts a plain-language instruction (typed or spoken) describing the desired financial 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4140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intent-parsing layer classifies the instruction into a known action type (transfer, swap, stake) and extracts relevant entities: amount, asset, and recipient or counterparty.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0723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transaction-building layer (Mesh SDK) constructs the corresponding, correctly formatted Cardano transaction, including any required smart-contract interaction (e.g. DEX datum orders).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307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presents a plain-English preview of the intended outcome — amounts, recipient, and estimated fee — before any signature is requested.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165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389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connected wallet (via CIP-30) signs the transaction; the user's private key never leaves their own wallet software at any point.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0474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signed transaction is submitted to the Cardano Preprod testnet, and the result is reflected in the user's transaction history within the application.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17830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/ JavaScript chat terminal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natural-language input; displays wallet status, tokens, NFTs, and transaction previews.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6090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 Interpretation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266090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language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66090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the requested action and extracts amount, asset, and recipient information.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38728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3872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Transaction Construction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353872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SDK (TypeScript)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353872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the correctly structured Cardano transaction and manages CIP-30 wallet connection.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16552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2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1655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441655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Blockfrost API (Preprod)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441655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Supplies live balances, token metadata, and historical transaction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294376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2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9437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Custody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529437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Eternl / Lace wallet extension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529437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the private key and performs the actual signing; never accessed by the application directly.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Execution Sequence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connects an existing Cardano wallet (Preprod network) through the CIP-30 standard.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AF3F1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965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26864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6864" y="28346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types or speaks a plain-language financial instruction into the terminal.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1965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85048" y="2286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283464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intent-parsing layer identifies the action type and extracts the relevant transaction details.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AF3F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transaction-building layer assembles a valid, correctly formatted Cardano transaction.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98264" y="416052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2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43434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46634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26864" y="521208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plain-English preview of the outcome is shown to the user prior to any signature request.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6448" y="416052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EAF3F1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3434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85048" y="46634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&amp; Submit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85048" y="521208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signs within their own wallet; the transaction is submitted and confirmed on-chain.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Tools, Libraries, and Standards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108960" cy="50292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783080"/>
            <a:ext cx="3383280" cy="50292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1783080"/>
            <a:ext cx="4389120" cy="50292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10896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network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2286000"/>
            <a:ext cx="338328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2860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Cardano (Preprod testnet)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0" y="2286000"/>
            <a:ext cx="438912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28600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Underlying ledger for all transactions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907792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0779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building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2907792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90779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SDK (TypeScript)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0" y="2907792"/>
            <a:ext cx="4389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90779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Constructs and serializes Cardano transactions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29584"/>
            <a:ext cx="310896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295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49040" y="3529584"/>
            <a:ext cx="338328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352958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CIP-30 standard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0" y="3529584"/>
            <a:ext cx="438912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52958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to Eternl / Lace for signing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151376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15137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data access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4151376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415137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Blockfrost API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32320" y="4151376"/>
            <a:ext cx="4389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415137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balances, tokens, and transaction history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773168"/>
            <a:ext cx="310896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77316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interpretation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749040" y="4773168"/>
            <a:ext cx="338328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4773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language model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132320" y="4773168"/>
            <a:ext cx="4389120" cy="621792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77316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natural-language input into structured intent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394960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3949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749040" y="5394960"/>
            <a:ext cx="3383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53949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/ CSS / JavaScript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132320" y="5394960"/>
            <a:ext cx="4389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539496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 and interaction layer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Strengths of the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0253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8308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the need for manual transaction construction, lowering the barrier to Cardano DeFi participation.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77977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56032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non-custodial — the application never holds or handles a private key at any point.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5701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33756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is previewed in plain language before a signature is requested, supporting informed consent.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33425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1148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interface supports multiple transaction types (transfer, swap, stake) rather than separate tools.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11149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89204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Cardano's low, predictable transaction fees, making frequent AI-assisted actions practical.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F2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88873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566928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Extensible design allows future support for governance actions (CIP-1694 voting and delegation).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DISADVANTAGES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93976"/>
            <a:ext cx="219456" cy="21945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83080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Intent-parsing accuracy depends on the underlying language model; ambiguous phrasing can be misclassified, which is why a mandatory preview step is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26664"/>
            <a:ext cx="219456" cy="21945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15768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still depends on the user holding and correctly operating an external wallet extension — it does not remove wallet-related onboarding friction entirely.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48456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959352"/>
            <a:ext cx="219456" cy="21945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48456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depends on third-party infrastructure (Blockfrost API, the language model provider); an outage in either affects functionality.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81144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892040"/>
            <a:ext cx="219456" cy="21945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81144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with any blockchain transaction, actions are irreversible once signed and submitted — the preview step reduces but does not eliminate user error.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13832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2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19456" cy="21945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513832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Currently deployed and tested only on the Cardano Preprod testnet; mainnet deployment would require further security review.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Everyday transfers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ADA or native tokens to known contacts without manual address handling.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Decentralized exchange access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token swaps in plain language, without navigating separate DEX interfaces.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478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Staking participation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Delegating ADA to a stake pool through a simple, conversational instruction.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3832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5478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new users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Lowering the technical barrier for individuals new to Cardano and blockchain wallets generally.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48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 participation (future)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plain-language voting and DRep delegation under Cardano's CIP-1694 framework.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983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5148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5A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46520" y="5532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voice-based interaction for users who find traditional wallet interfaces difficult to use.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1183112" cy="5852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conversational, non-custodial bridge to Cardano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demonstrates that natural-language interaction and Cardano's native transaction infrastructure can be combined without compromising user custody or transaction transparency. By keeping the AI layer strictly advisory — proposing, never executing — the system offers a practical model for making blockchain-based finance and, eventually, governance accessible to a far wider audience than current wallet interfaces allow.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27432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IndiaCodex 2026 — General Track — Built on Cardano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881360" y="6492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IntentAI — IndiaCodex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2026-07-12T12:12:27Z</dcterms:created>
  <dcterms:modified xsi:type="dcterms:W3CDTF">2026-07-12T12:12:27Z</dcterms:modified>
</cp:coreProperties>
</file>